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甲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18</c:v>
                </c:pt>
                <c:pt idx="2">
                  <c:v>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乙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一月</c:v>
                </c:pt>
                <c:pt idx="1">
                  <c:v>二月</c:v>
                </c:pt>
                <c:pt idx="2">
                  <c:v>三月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</c:v>
                </c:pt>
                <c:pt idx="1">
                  <c:v>11</c:v>
                </c:pt>
                <c:pt idx="2">
                  <c:v>21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>
                <a:latin typeface="Microsoft YaHei"/>
              </a:rPr>
              <a:t>第一章 Energy / 能量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>
                <a:solidFill>
                  <a:srgbClr val="DC2626"/>
                </a:solidFill>
              </a:rPr>
              <a:t>RedAnswer</a:t>
            </a:r>
            <a:r>
              <a:rPr sz="2700" u="sng"/>
              <a:t>  UnderlinedAnswer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291840"/>
            <a:ext cx="292608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731520" y="100584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792480">
                <a:tc>
                  <a:txBody>
                    <a:bodyPr/>
                    <a:lstStyle/>
                    <a:p>
                      <a:r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t>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097280"/>
            <a:ext cx="4572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73152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914400"/>
            <a:ext cx="7315200" cy="36576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64008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latin typeface="Microsoft YaHei"/>
              </a:rPr>
              <a:t>BoldAnswer  重要结论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